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8"/>
          <a:sy d="100" n="138"/>
        </p:scale>
        <p:origin x="834" y="12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10" Type="http://schemas.openxmlformats.org/officeDocument/2006/relationships/viewProps" Target="viewProps.xml" /><Relationship Id="rId9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media/image1.png" Type="http://schemas.openxmlformats.org/officeDocument/2006/relationships/imag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ip-facso.shinyapps.io/datos-abiertos-CINDAI/#inicio" TargetMode="Externa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DATASOC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Dirección de Investigación y Publicaciones – FACSO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octubre, 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Contexto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Para lograr posicionarse como un centro de generación de conocimiento basado en investigación social de relevancia nacional e internacional, la Facultad enfrentá los siguientes desafíos:</a:t>
            </a:r>
          </a:p>
          <a:p>
            <a:pPr lvl="0" indent="-342900" marL="342900">
              <a:buAutoNum type="arabicParenR"/>
            </a:pPr>
            <a:r>
              <a:rPr/>
              <a:t>Falencias en las implementación de una gobernanza de datos efectiva</a:t>
            </a:r>
          </a:p>
          <a:p>
            <a:pPr lvl="0" indent="-342900" marL="342900">
              <a:buAutoNum type="arabicParenR"/>
            </a:pPr>
            <a:r>
              <a:rPr/>
              <a:t>Carencia de canales claros que faciliten sistemáticamente la transferencia del conocimiento hacia la sociedad civil y los tomadores de decisiones</a:t>
            </a:r>
          </a:p>
          <a:p>
            <a:pPr lvl="0" indent="-342900" marL="342900">
              <a:buAutoNum type="arabicParenR"/>
            </a:pPr>
            <a:r>
              <a:rPr/>
              <a:t>Poca preparación institucional para nuevos desafíso científicos y tecnológicos, tales como la inteligencia artificial, el machine learning, la big data y el procesamiento de lenguaje natural.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DATASOC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DATASOC</a:t>
            </a:r>
            <a:r>
              <a:rPr/>
              <a:t> es una iniciativa de Ciencia de Datos de la Facultad de Ciencias Sociales que busca </a:t>
            </a:r>
            <a:r>
              <a:rPr b="1"/>
              <a:t>posicionar a la Facultad como un referente nacional en el desarrollo de las ciencias de datos sociales</a:t>
            </a:r>
            <a:r>
              <a:rPr/>
              <a:t>, articulando investigación, formación, gestión e impacto a través de las siguientes líneas de acción:</a:t>
            </a:r>
          </a:p>
          <a:p>
            <a:pPr lvl="0" indent="-342900" marL="342900">
              <a:buAutoNum type="arabicParenR"/>
            </a:pPr>
            <a:r>
              <a:rPr/>
              <a:t>Investigación</a:t>
            </a:r>
          </a:p>
          <a:p>
            <a:pPr lvl="0" indent="-342900" marL="342900">
              <a:buAutoNum type="arabicParenR"/>
            </a:pPr>
            <a:r>
              <a:rPr/>
              <a:t>Formación</a:t>
            </a:r>
          </a:p>
          <a:p>
            <a:pPr lvl="0" indent="-342900" marL="342900">
              <a:buAutoNum type="arabicParenR"/>
            </a:pPr>
            <a:r>
              <a:rPr/>
              <a:t>Gobernanza de Datos</a:t>
            </a:r>
          </a:p>
          <a:p>
            <a:pPr lvl="0" indent="-342900" marL="342900">
              <a:buAutoNum type="arabicParenR"/>
            </a:pPr>
            <a:r>
              <a:rPr/>
              <a:t>Apoyo, Impacto y Transferencia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Investigación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Objetivo: </a:t>
            </a:r>
            <a:r>
              <a:rPr b="1"/>
              <a:t>Consolidar a FACSO como un nodo para el desarrollo de la investigación metodológica y metacientífica avanzada</a:t>
            </a:r>
          </a:p>
          <a:p>
            <a:pPr lvl="0" indent="0" marL="0">
              <a:buNone/>
            </a:pPr>
            <a:r>
              <a:rPr/>
              <a:t>Posibles líneas de investigación:</a:t>
            </a:r>
          </a:p>
          <a:p>
            <a:pPr lvl="0" indent="-342900" marL="342900">
              <a:buAutoNum type="alphaLcParenR"/>
            </a:pPr>
            <a:r>
              <a:rPr/>
              <a:t>Ciencias Sociales computacionales</a:t>
            </a:r>
          </a:p>
          <a:p>
            <a:pPr lvl="0" indent="-342900" marL="342900">
              <a:buAutoNum type="alphaLcParenR"/>
            </a:pPr>
            <a:r>
              <a:rPr/>
              <a:t>Ciencia Abierta, metaciencia y bibliometría</a:t>
            </a:r>
          </a:p>
          <a:p>
            <a:pPr lvl="0" indent="-342900" marL="342900">
              <a:buAutoNum type="alphaLcParenR"/>
            </a:pPr>
            <a:r>
              <a:rPr/>
              <a:t>Estudios sobre Instituciones de Educación Superior.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Formación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Objetivo: </a:t>
            </a:r>
            <a:r>
              <a:rPr b="1"/>
              <a:t>Establecer un espacio clave en la formación y capacitación de estudiantes, académicos y público general</a:t>
            </a:r>
          </a:p>
          <a:p>
            <a:pPr lvl="0" indent="-342900" marL="342900">
              <a:buAutoNum type="alphaLcParenR"/>
            </a:pPr>
            <a:r>
              <a:rPr/>
              <a:t>Coordinar académicos responsables de cursos metodológicos y de análisis de datos</a:t>
            </a:r>
          </a:p>
          <a:p>
            <a:pPr lvl="0" indent="-342900" marL="342900">
              <a:buAutoNum type="alphaLcParenR"/>
            </a:pPr>
            <a:r>
              <a:rPr/>
              <a:t>Dar espacio para integrar estudiantes de pre y postgrado como pasantes, prácticantes o tesistas</a:t>
            </a:r>
          </a:p>
          <a:p>
            <a:pPr lvl="0" indent="-342900" marL="342900">
              <a:buAutoNum type="alphaLcParenR"/>
            </a:pPr>
            <a:r>
              <a:rPr/>
              <a:t>Crear una oferta de cursos de extensión orientados al público externo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Gobernanza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Objetivo: </a:t>
            </a:r>
            <a:r>
              <a:rPr b="1"/>
              <a:t>Asumir un rol activo en la optimizacipon de la gestión y gobernanza de datos para las distintas unidades de la Facultad</a:t>
            </a:r>
          </a:p>
          <a:p>
            <a:pPr lvl="0"/>
            <a:r>
              <a:rPr/>
              <a:t>Desarrollo de </a:t>
            </a:r>
            <a:r>
              <a:rPr>
                <a:hlinkClick r:id="rId2"/>
              </a:rPr>
              <a:t>CINDAI</a:t>
            </a:r>
            <a:r>
              <a:rPr/>
              <a:t> en la Dirección de Investigación</a:t>
            </a:r>
          </a:p>
          <a:p>
            <a:pPr lvl="0"/>
            <a:r>
              <a:rPr/>
              <a:t>Ofrecer asesoría a otras unidades de la Facultad interesadas en fortalecer la gestión de sus datos internos o desarrollar plataformas de visualización.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Asesoría, Impacto y Transferencia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Objetivo: </a:t>
            </a:r>
            <a:r>
              <a:rPr b="1"/>
              <a:t>Ofrecer servicios especializados de acompañamiento técnico a lo largo del ciclo completo de investigación, promoviendo la contribución efectiva al debate público, el diseño de políticas públicas y la toma de decisiones basada en evidencia</a:t>
            </a:r>
          </a:p>
          <a:p>
            <a:pPr lvl="0" indent="0" marL="0">
              <a:buNone/>
            </a:pPr>
            <a:r>
              <a:rPr/>
              <a:t>Las áreas de apoyo incluyen:</a:t>
            </a:r>
          </a:p>
          <a:p>
            <a:pPr lvl="0"/>
            <a:r>
              <a:rPr/>
              <a:t>Diseño de estudios</a:t>
            </a:r>
          </a:p>
          <a:p>
            <a:pPr lvl="0"/>
            <a:r>
              <a:rPr/>
              <a:t>Acceso y uso de datos secundarios</a:t>
            </a:r>
          </a:p>
          <a:p>
            <a:pPr lvl="0"/>
            <a:r>
              <a:rPr/>
              <a:t>Procesamiento y análisis reproducible de datos sociales</a:t>
            </a:r>
          </a:p>
          <a:p>
            <a:pPr lvl="0"/>
            <a:r>
              <a:rPr/>
              <a:t>Gestión, archivo y apertura de datos.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440</Words>
  <Application>Microsoft Office PowerPoint</Application>
  <PresentationFormat>Presentación en pantalla (16:9)</PresentationFormat>
  <Paragraphs>60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Presentación de PowerPoint</vt:lpstr>
      <vt:lpstr>Contexto</vt:lpstr>
      <vt:lpstr>Presentación de PowerPoint</vt:lpstr>
      <vt:lpstr>Objetivo del estudio</vt:lpstr>
      <vt:lpstr>Objetivo del estudio</vt:lpstr>
      <vt:lpstr>Diseño metodológico</vt:lpstr>
      <vt:lpstr>Fase 1: Sistematización de experiencias</vt:lpstr>
      <vt:lpstr>Fase 1.2: Encuesta de Acreditación</vt:lpstr>
      <vt:lpstr>Fase 2: Entrevistas y grupos focales</vt:lpstr>
      <vt:lpstr>Fase 3: Análisis comparado de buenas prácticas</vt:lpstr>
      <vt:lpstr>Fase 3: Análisis comparado de buenas prácticas</vt:lpstr>
      <vt:lpstr>Resultados esperados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DATASOC</dc:title>
  <dc:creator>Dirección de Investigación y Publicaciones – FACSO</dc:creator>
  <cp:keywords/>
  <dcterms:created xsi:type="dcterms:W3CDTF">2025-11-19T12:47:49Z</dcterms:created>
  <dcterms:modified xsi:type="dcterms:W3CDTF">2025-11-19T12:47:49Z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octubre, 2025</vt:lpwstr>
  </property>
  <property fmtid="{D5CDD505-2E9C-101B-9397-08002B2CF9AE}" pid="6" name="date-format">
    <vt:lpwstr>MMMM, YYYY</vt:lpwstr>
  </property>
  <property fmtid="{D5CDD505-2E9C-101B-9397-08002B2CF9AE}" pid="7" name="footer">
    <vt:lpwstr>DIP – FACSO</vt:lpwstr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logo">
    <vt:lpwstr>https://raw.githubusercontent.com/facso-investigacion/presentaciones/refs/heads/main/consejo-postgrado/imagenes/logo-dip.jpg</vt:lpwstr>
  </property>
  <property fmtid="{D5CDD505-2E9C-101B-9397-08002B2CF9AE}" pid="13" name="scrollable">
    <vt:lpwstr>True</vt:lpwstr>
  </property>
  <property fmtid="{D5CDD505-2E9C-101B-9397-08002B2CF9AE}" pid="14" name="slide-number">
    <vt:lpwstr>True</vt:lpwstr>
  </property>
  <property fmtid="{D5CDD505-2E9C-101B-9397-08002B2CF9AE}" pid="15" name="theme">
    <vt:lpwstr>simple</vt:lpwstr>
  </property>
  <property fmtid="{D5CDD505-2E9C-101B-9397-08002B2CF9AE}" pid="16" name="toc-title">
    <vt:lpwstr>Tabla de contenidos</vt:lpwstr>
  </property>
  <property fmtid="{D5CDD505-2E9C-101B-9397-08002B2CF9AE}" pid="17" name="transition">
    <vt:lpwstr>fade</vt:lpwstr>
  </property>
</Properties>
</file>